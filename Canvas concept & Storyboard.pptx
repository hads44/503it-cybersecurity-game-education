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48" r:id="rId1"/>
  </p:sldMasterIdLst>
  <p:notesMasterIdLst>
    <p:notesMasterId r:id="rId11"/>
  </p:notesMasterIdLst>
  <p:sldIdLst>
    <p:sldId id="258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purl.oclc.org/ooxml/drawingml/main" xmlns:r="http://purl.oclc.org/ooxml/officeDocument/relationships" xmlns:p1510="http://schemas.microsoft.com/office/powerpoint/2015/10/main">
  <p1510:revLst>
    <p1510:client id="{825C62CE-6937-4EC2-8DB9-3C165D9C53DB}" v="1" dt="2026-05-14T10:27:03.806"/>
  </p1510:revLst>
</p1510:revInfo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20.01%" autoAdjust="0"/>
    <p:restoredTop sz="94.66%"/>
  </p:normalViewPr>
  <p:slideViewPr>
    <p:cSldViewPr snapToGrid="0">
      <p:cViewPr varScale="1">
        <p:scale>
          <a:sx n="81" d="100"/>
          <a:sy n="81" d="100"/>
        </p:scale>
        <p:origin x="52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slide" Target="slides/slide7.xml"/><Relationship Id="rId13" Type="http://purl.oclc.org/ooxml/officeDocument/relationships/viewProps" Target="viewProps.xml"/><Relationship Id="rId3" Type="http://purl.oclc.org/ooxml/officeDocument/relationships/slide" Target="slides/slide2.xml"/><Relationship Id="rId7" Type="http://purl.oclc.org/ooxml/officeDocument/relationships/slide" Target="slides/slide6.xml"/><Relationship Id="rId12" Type="http://purl.oclc.org/ooxml/officeDocument/relationships/presProps" Target="presProps.xml"/><Relationship Id="rId2" Type="http://purl.oclc.org/ooxml/officeDocument/relationships/slide" Target="slides/slide1.xml"/><Relationship Id="rId16" Type="http://schemas.microsoft.com/office/2015/10/relationships/revisionInfo" Target="revisionInfo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1" Type="http://purl.oclc.org/ooxml/officeDocument/relationships/notesMaster" Target="notesMasters/notesMaster1.xml"/><Relationship Id="rId5" Type="http://purl.oclc.org/ooxml/officeDocument/relationships/slide" Target="slides/slide4.xml"/><Relationship Id="rId15" Type="http://purl.oclc.org/ooxml/officeDocument/relationships/tableStyles" Target="tableStyles.xml"/><Relationship Id="rId10" Type="http://purl.oclc.org/ooxml/officeDocument/relationships/slide" Target="slides/slide9.xml"/><Relationship Id="rId4" Type="http://purl.oclc.org/ooxml/officeDocument/relationships/slide" Target="slides/slide3.xml"/><Relationship Id="rId9" Type="http://purl.oclc.org/ooxml/officeDocument/relationships/slide" Target="slides/slide8.xml"/><Relationship Id="rId14" Type="http://purl.oclc.org/ooxml/officeDocument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7599B-77A0-4EE1-9D2E-EB23BF29CED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D3F95-1944-414D-8201-6B6D58B9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purl.oclc.org/ooxml/officeDocument/relationships/slide" Target="../slides/slide4.xml"/><Relationship Id="rId1" Type="http://purl.oclc.org/ooxml/officeDocument/relationships/notesMaster" Target="../notesMasters/notesMaster1.xml"/></Relationships>
</file>

<file path=ppt/notesSlides/notesSlide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CA96C-E9D9-DD72-FBB7-92D3A5BB9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36EEB-7340-6DA4-00BB-E84C2512BAA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A8598-C2F1-DA29-6A22-BECAE8045C4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fld id="{1F1A5357-D87D-4A4B-9666-A5AF55A6E1D9}" type="slidenum">
              <a:t>4</a:t>
            </a:fld>
            <a:endParaRPr lang="en-US" sz="1200" b="0" i="0" u="none" strike="noStrike" kern="1200" cap="none" spc="0" baseline="0%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F217-6315-3B33-4897-2ADC126FB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64E79-888B-90FF-A176-79719641F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59D38-0718-5801-8C3A-E86363BE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7E69-D828-D435-A414-C6CBF0FF4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EFFD5-90B9-5FF4-4BBE-191C5831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18445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77121-C569-9125-D502-4455CECBC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94649-F9AA-3BD7-0290-508152CFE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789D5-3A76-F003-0601-ECB9DA42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70683-B943-F967-5F03-3DBFC052B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151A6-9FFA-98A7-8E53-00ACFEBB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35458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C216A-90DA-D52B-7B20-DDEF9BE8E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7DAC0-6814-A32E-CC77-C1C262494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%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%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%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48EC4-F1EB-05A2-BDC6-0C7EA1D4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FAD26-956C-99A8-C7D2-A0C9035C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D5BE4-FF3B-BC9B-2851-A5208D43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37568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F9CBC-0653-CD96-7ADF-2CAC9914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8C31A-4C1F-0976-0710-CA19D043E7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110ED-378C-0F20-36C2-E4F6FA581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86425-0E55-0FB4-1980-4BCDC7972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7DEF3-01BC-D9B7-65D1-D79228808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9D2C9-E014-2F28-B388-C5871C72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288827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2643-D909-9B13-489F-51E9DEC26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5344C-21A1-EF04-77A0-B8B32EFB3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700D1-FD63-5C36-64CC-491C70294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FE04A9-6940-9BE9-CBE9-856FF9D2A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13DD3D-C2C0-31DC-156D-182BA3643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B28FEB-9695-8BEA-C8C9-96E9B7F6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992FE6-9347-85A1-DB15-B5754406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32715-AE44-4A38-7B75-483EF749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8241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2A37-1B14-2E92-5D90-CC1A3600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3BFEE-E3EE-FF79-6407-AB1FC575D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3EC00-EC48-1295-697C-841AE2EA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772607-1F93-204B-2C07-5DD61CB6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20626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EEDD4-6396-B7C9-37D4-01FA0A8DC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5194B-4654-AEB5-4BE3-3B8EAE2B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C2510-5B00-9EAC-F374-234864BEE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33294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3093-A08B-D751-1083-239BDB9F6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800CA-3C43-4B9C-8DDE-F82DD3DB0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C8993-839C-2EF8-6F6B-34D93A599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96901-D6E4-F6A7-6C2B-5E1860013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1AC35-2492-08EC-62D5-B83681BD7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9E7C4-B199-2161-8259-1573F49D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0270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64F14-311D-65B0-A290-7916BBB6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CE96B-76AF-DA16-9A6A-3AB6EFAED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7F0B5-01FA-8B42-D53C-393AD88DC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07096-DD9B-F839-93CB-1FA8E8B6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55962-E869-C462-0A1F-14AD493AB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BBE74-6FB1-8D4F-EC92-C2637F15B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84615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C38E-1C08-7950-A94A-6964DBF9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D26A1-3854-DB6B-0780-E3478311E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D54BC-E745-210A-6E12-ED1A97CB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EF122-8185-DE43-643A-F7829702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F94B5-98BE-F874-8043-83BEEDF1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65091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ECA248-F96C-ACA1-C7FA-1C9BF6243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5DDA4-C601-1C34-FA92-136AF3AAE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3E3DC-3C32-7E6F-12B4-5ABD7E4F5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3A585-49CA-0F3F-8047-D0678E8F7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4CF83-9826-B12D-7FB7-F86AF0BDA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4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58F08-A6EF-1879-143C-7BC70D3B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D993C-6B95-8975-93A9-5A0E3BAD8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30093-5C64-F683-6CD8-F797D59A0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8ED11-7CD4-ED01-75FF-874D3D633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B1448-C417-ACB8-9510-362C8CCBC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80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%"/>
        </a:lnSpc>
        <a:spcBef>
          <a:spcPct val="0%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%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purl.oclc.org/ooxml/officeDocument/relationships/image" Target="../media/image1.png"/><Relationship Id="rId1" Type="http://purl.oclc.org/ooxml/officeDocument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purl.oclc.org/ooxml/officeDocument/relationships/image" Target="../media/image3.png"/><Relationship Id="rId1" Type="http://purl.oclc.org/ooxml/officeDocument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purl.oclc.org/ooxml/officeDocument/relationships/image" Target="../media/image4.png"/><Relationship Id="rId2" Type="http://purl.oclc.org/ooxml/officeDocument/relationships/notesSlide" Target="../notesSlides/notesSlide1.xml"/><Relationship Id="rId1" Type="http://purl.oclc.org/ooxml/officeDocument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purl.oclc.org/ooxml/officeDocument/relationships/image" Target="../media/image5.png"/><Relationship Id="rId1" Type="http://purl.oclc.org/ooxml/officeDocument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purl.oclc.org/ooxml/officeDocument/relationships/image" Target="../media/image6.png"/><Relationship Id="rId1" Type="http://purl.oclc.org/ooxml/officeDocument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purl.oclc.org/ooxml/officeDocument/relationships/image" Target="../media/image7.png"/><Relationship Id="rId1" Type="http://purl.oclc.org/ooxml/officeDocument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purl.oclc.org/ooxml/officeDocument/relationships/image" Target="../media/image8.png"/><Relationship Id="rId1" Type="http://purl.oclc.org/ooxml/officeDocument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purl.oclc.org/ooxml/officeDocument/relationships/image" Target="../media/image9.png"/><Relationship Id="rId1" Type="http://purl.oclc.org/ooxml/officeDocument/relationships/slideLayout" Target="../slideLayouts/slideLayout2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DFC44789-5DE5-A79D-5CC4-064E66412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C76ED2E-CF50-7BEC-00AE-70A7B748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16EF9EB-D002-90E8-9863-4570947FD2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0.565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6BBF3AC2-4F63-1FB4-93E4-8AC6643FE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C5E7CE85-1362-CCAB-EC2C-682A2A546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3BA95BC-E453-4374-9AC4-BC9065B7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0.322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4350F384-6253-ECEA-9956-26F7D8C43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FCE32B81-3B6D-8154-75AC-AF0B35C9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8899994" flipH="1">
            <a:off x="-376152" y="-253675"/>
            <a:ext cx="1827638" cy="137698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827638"/>
              <a:gd name="f7" fmla="val 1376989"/>
              <a:gd name="f8" fmla="val 987379"/>
              <a:gd name="f9" fmla="val 840260"/>
              <a:gd name="f10" fmla="+- 0 0 -90"/>
              <a:gd name="f11" fmla="*/ f3 1 1827638"/>
              <a:gd name="f12" fmla="*/ f4 1 1376989"/>
              <a:gd name="f13" fmla="val f5"/>
              <a:gd name="f14" fmla="val f6"/>
              <a:gd name="f15" fmla="val f7"/>
              <a:gd name="f16" fmla="*/ f10 f0 1"/>
              <a:gd name="f17" fmla="+- f15 0 f13"/>
              <a:gd name="f18" fmla="+- f14 0 f13"/>
              <a:gd name="f19" fmla="*/ f16 1 f2"/>
              <a:gd name="f20" fmla="*/ f18 1 1827638"/>
              <a:gd name="f21" fmla="*/ f17 1 1376989"/>
              <a:gd name="f22" fmla="*/ 0 f18 1"/>
              <a:gd name="f23" fmla="*/ 987379 f17 1"/>
              <a:gd name="f24" fmla="*/ 987379 f18 1"/>
              <a:gd name="f25" fmla="*/ 0 f17 1"/>
              <a:gd name="f26" fmla="*/ 1827638 f18 1"/>
              <a:gd name="f27" fmla="*/ 840260 f17 1"/>
              <a:gd name="f28" fmla="*/ 1376989 f17 1"/>
              <a:gd name="f29" fmla="+- f19 0 f1"/>
              <a:gd name="f30" fmla="*/ f22 1 1827638"/>
              <a:gd name="f31" fmla="*/ f23 1 1376989"/>
              <a:gd name="f32" fmla="*/ f24 1 1827638"/>
              <a:gd name="f33" fmla="*/ f25 1 1376989"/>
              <a:gd name="f34" fmla="*/ f26 1 1827638"/>
              <a:gd name="f35" fmla="*/ f27 1 1376989"/>
              <a:gd name="f36" fmla="*/ f28 1 1376989"/>
              <a:gd name="f37" fmla="*/ f13 1 f20"/>
              <a:gd name="f38" fmla="*/ f14 1 f20"/>
              <a:gd name="f39" fmla="*/ f13 1 f21"/>
              <a:gd name="f40" fmla="*/ f15 1 f21"/>
              <a:gd name="f41" fmla="*/ f30 1 f20"/>
              <a:gd name="f42" fmla="*/ f31 1 f21"/>
              <a:gd name="f43" fmla="*/ f32 1 f20"/>
              <a:gd name="f44" fmla="*/ f33 1 f21"/>
              <a:gd name="f45" fmla="*/ f34 1 f20"/>
              <a:gd name="f46" fmla="*/ f35 1 f21"/>
              <a:gd name="f47" fmla="*/ f36 1 f21"/>
              <a:gd name="f48" fmla="*/ f37 f11 1"/>
              <a:gd name="f49" fmla="*/ f38 f11 1"/>
              <a:gd name="f50" fmla="*/ f40 f12 1"/>
              <a:gd name="f51" fmla="*/ f39 f12 1"/>
              <a:gd name="f52" fmla="*/ f41 f11 1"/>
              <a:gd name="f53" fmla="*/ f42 f12 1"/>
              <a:gd name="f54" fmla="*/ f43 f11 1"/>
              <a:gd name="f55" fmla="*/ f44 f12 1"/>
              <a:gd name="f56" fmla="*/ f45 f11 1"/>
              <a:gd name="f57" fmla="*/ f46 f12 1"/>
              <a:gd name="f58" fmla="*/ f47 f1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52" y="f53"/>
              </a:cxn>
              <a:cxn ang="f29">
                <a:pos x="f54" y="f55"/>
              </a:cxn>
              <a:cxn ang="f29">
                <a:pos x="f56" y="f57"/>
              </a:cxn>
              <a:cxn ang="f29">
                <a:pos x="f56" y="f58"/>
              </a:cxn>
              <a:cxn ang="f29">
                <a:pos x="f52" y="f58"/>
              </a:cxn>
            </a:cxnLst>
            <a:rect l="f48" t="f51" r="f49" b="f50"/>
            <a:pathLst>
              <a:path w="1827638" h="1376989">
                <a:moveTo>
                  <a:pt x="f5" y="f8"/>
                </a:moveTo>
                <a:lnTo>
                  <a:pt x="f8" y="f5"/>
                </a:lnTo>
                <a:lnTo>
                  <a:pt x="f6" y="f9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156082">
              <a:alpha val="3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B495BD1D-D88B-A446-F4A3-9170CA98C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8899994" flipH="1">
            <a:off x="891641" y="422151"/>
            <a:ext cx="645365" cy="645365"/>
          </a:xfrm>
          <a:prstGeom prst="rect">
            <a:avLst/>
          </a:prstGeom>
          <a:solidFill>
            <a:srgbClr val="156082">
              <a:alpha val="3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D9DFBB51-C69E-9384-6F8D-FE716360B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8899994" flipH="1">
            <a:off x="10043488" y="655136"/>
            <a:ext cx="687473" cy="687473"/>
          </a:xfrm>
          <a:prstGeom prst="rect">
            <a:avLst/>
          </a:prstGeom>
          <a:solidFill>
            <a:srgbClr val="0F9ED5">
              <a:alpha val="3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Freeform: Shape 17">
            <a:extLst>
              <a:ext uri="{FF2B5EF4-FFF2-40B4-BE49-F238E27FC236}">
                <a16:creationId xmlns:a16="http://schemas.microsoft.com/office/drawing/2014/main" id="{9B597623-9197-51AE-E476-68D7661FD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9356643" y="0"/>
            <a:ext cx="2835353" cy="148083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835357"/>
              <a:gd name="f7" fmla="val 1480837"/>
              <a:gd name="f8" fmla="val 1552727"/>
              <a:gd name="f9" fmla="val 1223245"/>
              <a:gd name="f10" fmla="+- 0 0 -90"/>
              <a:gd name="f11" fmla="*/ f3 1 2835357"/>
              <a:gd name="f12" fmla="*/ f4 1 1480837"/>
              <a:gd name="f13" fmla="val f5"/>
              <a:gd name="f14" fmla="val f6"/>
              <a:gd name="f15" fmla="val f7"/>
              <a:gd name="f16" fmla="*/ f10 f0 1"/>
              <a:gd name="f17" fmla="+- f15 0 f13"/>
              <a:gd name="f18" fmla="+- f14 0 f13"/>
              <a:gd name="f19" fmla="*/ f16 1 f2"/>
              <a:gd name="f20" fmla="*/ f18 1 2835357"/>
              <a:gd name="f21" fmla="*/ f17 1 1480837"/>
              <a:gd name="f22" fmla="*/ 2835357 f18 1"/>
              <a:gd name="f23" fmla="*/ 1480837 f17 1"/>
              <a:gd name="f24" fmla="*/ 0 f18 1"/>
              <a:gd name="f25" fmla="*/ 1552727 f18 1"/>
              <a:gd name="f26" fmla="*/ 0 f17 1"/>
              <a:gd name="f27" fmla="*/ 1223245 f17 1"/>
              <a:gd name="f28" fmla="+- f19 0 f1"/>
              <a:gd name="f29" fmla="*/ f22 1 2835357"/>
              <a:gd name="f30" fmla="*/ f23 1 1480837"/>
              <a:gd name="f31" fmla="*/ f24 1 2835357"/>
              <a:gd name="f32" fmla="*/ f25 1 2835357"/>
              <a:gd name="f33" fmla="*/ f26 1 1480837"/>
              <a:gd name="f34" fmla="*/ f27 1 1480837"/>
              <a:gd name="f35" fmla="*/ f13 1 f20"/>
              <a:gd name="f36" fmla="*/ f14 1 f20"/>
              <a:gd name="f37" fmla="*/ f13 1 f21"/>
              <a:gd name="f38" fmla="*/ f15 1 f21"/>
              <a:gd name="f39" fmla="*/ f29 1 f20"/>
              <a:gd name="f40" fmla="*/ f30 1 f21"/>
              <a:gd name="f41" fmla="*/ f31 1 f20"/>
              <a:gd name="f42" fmla="*/ f32 1 f20"/>
              <a:gd name="f43" fmla="*/ f33 1 f21"/>
              <a:gd name="f44" fmla="*/ f34 1 f21"/>
              <a:gd name="f45" fmla="*/ f35 f11 1"/>
              <a:gd name="f46" fmla="*/ f36 f11 1"/>
              <a:gd name="f47" fmla="*/ f38 f12 1"/>
              <a:gd name="f48" fmla="*/ f37 f12 1"/>
              <a:gd name="f49" fmla="*/ f39 f11 1"/>
              <a:gd name="f50" fmla="*/ f40 f12 1"/>
              <a:gd name="f51" fmla="*/ f41 f11 1"/>
              <a:gd name="f52" fmla="*/ f42 f11 1"/>
              <a:gd name="f53" fmla="*/ f43 f12 1"/>
              <a:gd name="f54" fmla="*/ f44 f1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49" y="f50"/>
              </a:cxn>
              <a:cxn ang="f28">
                <a:pos x="f51" y="f50"/>
              </a:cxn>
              <a:cxn ang="f28">
                <a:pos x="f52" y="f53"/>
              </a:cxn>
              <a:cxn ang="f28">
                <a:pos x="f49" y="f54"/>
              </a:cxn>
            </a:cxnLst>
            <a:rect l="f45" t="f48" r="f46" b="f47"/>
            <a:pathLst>
              <a:path w="2835357" h="1480837">
                <a:moveTo>
                  <a:pt x="f6" y="f7"/>
                </a:moveTo>
                <a:lnTo>
                  <a:pt x="f5" y="f7"/>
                </a:lnTo>
                <a:lnTo>
                  <a:pt x="f8" y="f5"/>
                </a:lnTo>
                <a:lnTo>
                  <a:pt x="f6" y="f9"/>
                </a:lnTo>
                <a:close/>
              </a:path>
            </a:pathLst>
          </a:custGeom>
          <a:solidFill>
            <a:srgbClr val="0F9ED5">
              <a:alpha val="3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Isosceles Triangle 19">
            <a:extLst>
              <a:ext uri="{FF2B5EF4-FFF2-40B4-BE49-F238E27FC236}">
                <a16:creationId xmlns:a16="http://schemas.microsoft.com/office/drawing/2014/main" id="{86DC1BF1-FBDB-177D-7CD0-5FE892D6C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7976347" y="6115498"/>
            <a:ext cx="1494513" cy="742501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+- 0 0 -90"/>
              <a:gd name="f13" fmla="abs f4"/>
              <a:gd name="f14" fmla="abs f5"/>
              <a:gd name="f15" fmla="abs f6"/>
              <a:gd name="f16" fmla="val f7"/>
              <a:gd name="f17" fmla="val f8"/>
              <a:gd name="f18" fmla="*/ f9 f1 1"/>
              <a:gd name="f19" fmla="*/ f10 f1 1"/>
              <a:gd name="f20" fmla="*/ f11 f1 1"/>
              <a:gd name="f21" fmla="*/ f12 f1 1"/>
              <a:gd name="f22" fmla="?: f13 f4 1"/>
              <a:gd name="f23" fmla="?: f14 f5 1"/>
              <a:gd name="f24" fmla="?: f15 f6 1"/>
              <a:gd name="f25" fmla="*/ f18 1 f3"/>
              <a:gd name="f26" fmla="*/ f19 1 f3"/>
              <a:gd name="f27" fmla="*/ f20 1 f3"/>
              <a:gd name="f28" fmla="*/ f21 1 f3"/>
              <a:gd name="f29" fmla="*/ f22 1 21600"/>
              <a:gd name="f30" fmla="*/ f23 1 21600"/>
              <a:gd name="f31" fmla="*/ 21600 f22 1"/>
              <a:gd name="f32" fmla="*/ 21600 f23 1"/>
              <a:gd name="f33" fmla="+- f25 0 f2"/>
              <a:gd name="f34" fmla="+- f26 0 f2"/>
              <a:gd name="f35" fmla="+- f27 0 f2"/>
              <a:gd name="f36" fmla="+- f28 0 f2"/>
              <a:gd name="f37" fmla="min f30 f29"/>
              <a:gd name="f38" fmla="*/ f31 1 f24"/>
              <a:gd name="f39" fmla="*/ f32 1 f24"/>
              <a:gd name="f40" fmla="val f38"/>
              <a:gd name="f41" fmla="val f39"/>
              <a:gd name="f42" fmla="*/ f16 f37 1"/>
              <a:gd name="f43" fmla="+- f41 0 f16"/>
              <a:gd name="f44" fmla="+- f40 0 f16"/>
              <a:gd name="f45" fmla="*/ f41 f37 1"/>
              <a:gd name="f46" fmla="*/ f40 f37 1"/>
              <a:gd name="f47" fmla="*/ f43 1 2"/>
              <a:gd name="f48" fmla="*/ f44 1 2"/>
              <a:gd name="f49" fmla="*/ f44 f17 1"/>
              <a:gd name="f50" fmla="+- f16 f47 0"/>
              <a:gd name="f51" fmla="*/ f49 1 200000"/>
              <a:gd name="f52" fmla="*/ f49 1 100000"/>
              <a:gd name="f53" fmla="+- f51 f48 0"/>
              <a:gd name="f54" fmla="*/ f51 f37 1"/>
              <a:gd name="f55" fmla="*/ f50 f37 1"/>
              <a:gd name="f56" fmla="*/ f52 f37 1"/>
              <a:gd name="f57" fmla="*/ f53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6" y="f42"/>
              </a:cxn>
              <a:cxn ang="f34">
                <a:pos x="f54" y="f55"/>
              </a:cxn>
              <a:cxn ang="f35">
                <a:pos x="f42" y="f45"/>
              </a:cxn>
              <a:cxn ang="f35">
                <a:pos x="f56" y="f45"/>
              </a:cxn>
              <a:cxn ang="f35">
                <a:pos x="f46" y="f45"/>
              </a:cxn>
              <a:cxn ang="f36">
                <a:pos x="f57" y="f55"/>
              </a:cxn>
            </a:cxnLst>
            <a:rect l="f54" t="f55" r="f57" b="f45"/>
            <a:pathLst>
              <a:path>
                <a:moveTo>
                  <a:pt x="f42" y="f45"/>
                </a:moveTo>
                <a:lnTo>
                  <a:pt x="f56" y="f42"/>
                </a:lnTo>
                <a:lnTo>
                  <a:pt x="f46" y="f45"/>
                </a:lnTo>
                <a:close/>
              </a:path>
            </a:pathLst>
          </a:custGeom>
          <a:solidFill>
            <a:srgbClr val="156082">
              <a:alpha val="3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F13ACEEB-E7B1-F531-505F-801CDCC97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40" y="512758"/>
            <a:ext cx="10434913" cy="58324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Isosceles Triangle 21">
            <a:extLst>
              <a:ext uri="{FF2B5EF4-FFF2-40B4-BE49-F238E27FC236}">
                <a16:creationId xmlns:a16="http://schemas.microsoft.com/office/drawing/2014/main" id="{DB2592F8-086F-9676-4A9F-242FD8FF8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7604077" y="6453140"/>
            <a:ext cx="814904" cy="404859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+- 0 0 -90"/>
              <a:gd name="f13" fmla="abs f4"/>
              <a:gd name="f14" fmla="abs f5"/>
              <a:gd name="f15" fmla="abs f6"/>
              <a:gd name="f16" fmla="val f7"/>
              <a:gd name="f17" fmla="val f8"/>
              <a:gd name="f18" fmla="*/ f9 f1 1"/>
              <a:gd name="f19" fmla="*/ f10 f1 1"/>
              <a:gd name="f20" fmla="*/ f11 f1 1"/>
              <a:gd name="f21" fmla="*/ f12 f1 1"/>
              <a:gd name="f22" fmla="?: f13 f4 1"/>
              <a:gd name="f23" fmla="?: f14 f5 1"/>
              <a:gd name="f24" fmla="?: f15 f6 1"/>
              <a:gd name="f25" fmla="*/ f18 1 f3"/>
              <a:gd name="f26" fmla="*/ f19 1 f3"/>
              <a:gd name="f27" fmla="*/ f20 1 f3"/>
              <a:gd name="f28" fmla="*/ f21 1 f3"/>
              <a:gd name="f29" fmla="*/ f22 1 21600"/>
              <a:gd name="f30" fmla="*/ f23 1 21600"/>
              <a:gd name="f31" fmla="*/ 21600 f22 1"/>
              <a:gd name="f32" fmla="*/ 21600 f23 1"/>
              <a:gd name="f33" fmla="+- f25 0 f2"/>
              <a:gd name="f34" fmla="+- f26 0 f2"/>
              <a:gd name="f35" fmla="+- f27 0 f2"/>
              <a:gd name="f36" fmla="+- f28 0 f2"/>
              <a:gd name="f37" fmla="min f30 f29"/>
              <a:gd name="f38" fmla="*/ f31 1 f24"/>
              <a:gd name="f39" fmla="*/ f32 1 f24"/>
              <a:gd name="f40" fmla="val f38"/>
              <a:gd name="f41" fmla="val f39"/>
              <a:gd name="f42" fmla="*/ f16 f37 1"/>
              <a:gd name="f43" fmla="+- f41 0 f16"/>
              <a:gd name="f44" fmla="+- f40 0 f16"/>
              <a:gd name="f45" fmla="*/ f41 f37 1"/>
              <a:gd name="f46" fmla="*/ f40 f37 1"/>
              <a:gd name="f47" fmla="*/ f43 1 2"/>
              <a:gd name="f48" fmla="*/ f44 1 2"/>
              <a:gd name="f49" fmla="*/ f44 f17 1"/>
              <a:gd name="f50" fmla="+- f16 f47 0"/>
              <a:gd name="f51" fmla="*/ f49 1 200000"/>
              <a:gd name="f52" fmla="*/ f49 1 100000"/>
              <a:gd name="f53" fmla="+- f51 f48 0"/>
              <a:gd name="f54" fmla="*/ f51 f37 1"/>
              <a:gd name="f55" fmla="*/ f50 f37 1"/>
              <a:gd name="f56" fmla="*/ f52 f37 1"/>
              <a:gd name="f57" fmla="*/ f53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6" y="f42"/>
              </a:cxn>
              <a:cxn ang="f34">
                <a:pos x="f54" y="f55"/>
              </a:cxn>
              <a:cxn ang="f35">
                <a:pos x="f42" y="f45"/>
              </a:cxn>
              <a:cxn ang="f35">
                <a:pos x="f56" y="f45"/>
              </a:cxn>
              <a:cxn ang="f35">
                <a:pos x="f46" y="f45"/>
              </a:cxn>
              <a:cxn ang="f36">
                <a:pos x="f57" y="f55"/>
              </a:cxn>
            </a:cxnLst>
            <a:rect l="f54" t="f55" r="f57" b="f45"/>
            <a:pathLst>
              <a:path>
                <a:moveTo>
                  <a:pt x="f42" y="f45"/>
                </a:moveTo>
                <a:lnTo>
                  <a:pt x="f56" y="f42"/>
                </a:lnTo>
                <a:lnTo>
                  <a:pt x="f46" y="f45"/>
                </a:lnTo>
                <a:close/>
              </a:path>
            </a:pathLst>
          </a:custGeom>
          <a:solidFill>
            <a:srgbClr val="156082">
              <a:alpha val="3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2F94675C-47A7-EE7D-7201-9757C794A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9FAA6529-2EF0-E9C1-4E96-13C1BF364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734D8A4-2908-FFBF-C23B-AECA70C258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0.121%" r="0.001%" b="0.001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2912BE70-A3E6-0FB9-F58C-C85D06583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086F7C5-F483-F495-B39D-798CF2E14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2396C8B-6C7A-FB0B-466D-D1FA9AC1E9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0.322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078A6AA0-8207-6078-0555-60330110B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D38AD88-FD44-743A-6F71-6D5F1AC68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8907C95-DA34-E753-9C52-7456C21250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0.121%" r="0.001%" b="0.001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2D26DCAA-D193-2F6C-50F8-B2F14679B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74897626-38C0-43C9-1427-C2C656681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93349A4-270C-2D45-200A-4275E8F73D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.008%" r="0.002%" b="0.002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E99966C9-3F00-A5A2-500A-EB3D2155E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40C2763-9317-1497-9BF6-DF1B8CF02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72D0678-E1D7-FCF9-9AA0-DDF6B05FB9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0.916%" r="0.094%" b="0.002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0B31BA72-E8B5-0E57-2D3B-80C4E6409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CC8E2D82-7B99-289F-1EB2-306702D4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8393994-3B6A-153B-CDEA-B0882EBB79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.196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  <a:ln w="2540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  <a:ln w="2540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purl.oclc.org/ooxml/officeDocument/extendedProperties" xmlns:vt="http://purl.oclc.org/ooxml/officeDocument/docPropsVTypes">
  <TotalTime>0</TotalTime>
  <Words>1</Words>
  <Application>Microsoft Office PowerPoint</Application>
  <PresentationFormat>Widescreen</PresentationFormat>
  <Paragraphs>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Thapa</dc:creator>
  <cp:lastModifiedBy>Dell</cp:lastModifiedBy>
  <cp:revision>2</cp:revision>
  <dcterms:created xsi:type="dcterms:W3CDTF">2026-05-14T10:26:59Z</dcterms:created>
  <dcterms:modified xsi:type="dcterms:W3CDTF">2026-05-14T10:29:44Z</dcterms:modified>
</cp:coreProperties>
</file>